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🔥 CRUSH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6E4FF"/>
                </a:solidFill>
              </a:rPr>
              <a:t>A Modern Dating App — Swipe. Match. Connect.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Product Overview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Crush?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920240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A full-featured dating app built for real connections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578608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4414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Tinder-style swipe interface with smart, multi-dimensional matchmaking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36976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09981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Real-time messaging, video calling, and virtual micro-dates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895344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75818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AI-powered features: conversation coaching, profile optimizer, dating 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553712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4165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Tiered premium subscriptions (Basic · Pro · Elite) via PayPal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212079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074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Built with React + TypeScript (frontend) and Express + PostgreSQL (backend)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5394960" cy="41148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276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Discovery &amp; Matching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58568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Swipe-based profile discovery feed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2549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Multi-dimensional compatibility scoring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9242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Zip-code proximity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5935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96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Save profiles for later • Hide profiles permanently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526280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16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Block &amp; report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5577840" cy="41148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27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258568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Real-time 1:1 messaging with read receipts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82549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WebRTC peer-to-peer video calling (Elite)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39242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5-minute virtual micro-dates with live activities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95935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496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AI scam detector on every message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526280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416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Voice notes &amp; intro videos on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AI-Powered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44"/>
                </a:solidFill>
              </a:rPr>
              <a:t>Powered by OpenAI gpt-4o-mini · Available across all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94560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🤖  Conversation Coach — real-time tips to keep the chat going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52927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157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✨  Profile Optimizer — AI rewrites your bio &amp; photo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511296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37413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🕵️  Scam Detector — flags suspicious messages instantly using GPT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169663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325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🎙️  AI Dating Advisor — voice + text chat for dating ideas &amp; advice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828031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908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🔊  Speech-to-text input &amp; text-to-speech responses (OpenAI Audio)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Subscription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657600" cy="4846320"/>
          </a:xfrm>
          <a:prstGeom prst="rect">
            <a:avLst/>
          </a:prstGeom>
          <a:solidFill>
            <a:srgbClr val="D6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35BC8"/>
                </a:solidFill>
              </a:rPr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33344"/>
                </a:solidFill>
              </a:rPr>
              <a:t>$4.99/mo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</a:rPr>
              <a:t>✓  Unlimited swipes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</a:rPr>
              <a:t>✓  Advanced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44"/>
                </a:solidFill>
              </a:rPr>
              <a:t>✓  See who liked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657600" cy="484632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$9.99/mo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All Basic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AI Conversation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776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AI Profile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Priority in 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657600" cy="4846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Elite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$19.99/mo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All Pro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HD Video Calling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9776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Micro-Dates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AI Dating Advisor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983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30-day free trial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5394960" cy="41148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276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Frontend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58568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React 18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2549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Wouter routing · TanStack React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9242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Tailwind CSS + shadcn/ui (New York)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5935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96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Framer Motion for gestures &amp; transitions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526280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16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Vite build tool with path aliases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5577840" cy="41148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27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Backend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258568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Express.js + TypeScript REST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82549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PostgreSQL + Drizzle 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39242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Replit Auth (OpenID Connect / OIDC)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95935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496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WebSocket signaling for WebRTC video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526280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416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Zod validation · Express-session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Security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44"/>
                </a:solidFill>
              </a:rPr>
              <a:t>Threat model covers spoofing, tampering, info disclosure, DoS &amp; privilege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94560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🔐  Replit OIDC authentication with PostgreSQL-backed sessions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52927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157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🔒  Optional App Lock — password protection with server-side enforcement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511296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37413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📧  Email verification + profile verification badges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169663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325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🚫  Bidirectional user blocking enforced at the API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828031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908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🛡️  AI scam detector on every message thread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486399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349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💳  PayPal webhook signature verification for payment integrity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144768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007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☁️  Replit Object Storage for secure media (photos, videos, voice)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&amp;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5394960" cy="41148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276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58568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PostgreSQL (Drizzle ORM)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2549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Schema: users, profiles, swipes, matches, 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9242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Micro-dates, sessions, blocks,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5935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96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Replit Object Storage for all media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526280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16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30-day free trial tracked on profile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5577840" cy="41148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27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External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258568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PayPal Subscriptions API (Basic / Pro / Elite)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82549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715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OpenAI API (GPT + Audio models)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39242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826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Dicebear API for fallback avatars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95935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496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Google Fonts (DM Sans, Outfit)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526280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416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44"/>
                </a:solidFill>
              </a:rPr>
              <a:t>Replit Auth (OIDC identity provider)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44"/>
                </a:solidFill>
              </a:rPr>
              <a:t>Roadmap — subject to user feedback and growth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94560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📱  Push notifications for new matches &amp; messages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52927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157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📸  Photo verification with AI liveness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511296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37413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🗺️  Location-aware discovery with map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169663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325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🎯  Improved matchmaking with preference learning over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828031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908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🌐  Multi-language support (i18n)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486399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349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44"/>
                </a:solidFill>
              </a:rPr>
              <a:t>📊  Analytics dashboard for engagement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3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🔥 CRUSH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D6E4FF"/>
                </a:solidFill>
              </a:rPr>
              <a:t>Swipe. Match. Connect.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Built on Replit ·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
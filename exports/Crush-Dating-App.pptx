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E7CF6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0" y="48737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crushmatchup.com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886200" y="7315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🔥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Crush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2514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Crush without the wait.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modern dating app that puts conversation first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108960" y="3749040"/>
            <a:ext cx="2926080" cy="502920"/>
          </a:xfrm>
          <a:prstGeom prst="roundRect">
            <a:avLst>
              <a:gd name="adj" fmla="val 49091"/>
            </a:avLst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3108960" y="37490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crushmatchup.com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💙 What is Crush?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dating app built around real connection — not endless waiting.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Experience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1783080"/>
            <a:ext cx="3703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Tinder-style swiping that's fast and fun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compatibility matching — interests, lifestyle, goals &amp; location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chat with games, voice notes &amp; video calls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 that coach you every step of the way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Safety-first design: verification, scam detection &amp; privacy controls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People Love It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28032" y="1783080"/>
            <a:ext cx="3703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FREE trial of premium chat — no credit card needed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Conversation-first: features designed to break the ice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content every week (questions, tips &amp; challenges)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rewards that make checking in fun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beautifully on phone, tablet &amp; desktop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Core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you need to meet someone great.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788920" cy="3291840"/>
          </a:xfrm>
          <a:prstGeom prst="roundRect">
            <a:avLst>
              <a:gd name="adj" fmla="val 2623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178308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to like or pass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match scoring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Picks &amp; recommendations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search filters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boosts to get seen first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Chance — rewind a pass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profiles for later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01568" y="1325880"/>
            <a:ext cx="2788920" cy="3291840"/>
          </a:xfrm>
          <a:prstGeom prst="roundRect">
            <a:avLst>
              <a:gd name="adj" fmla="val 2623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38728" y="14173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66160" y="178308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messaging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notes &amp; voice intros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videos on profiles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calls (WebRTC)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Micro-Dates — 5-minute virtual dates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Icebreakers &amp; conversation starters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receipts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45936" y="1325880"/>
            <a:ext cx="2788920" cy="3291840"/>
          </a:xfrm>
          <a:prstGeom prst="roundRect">
            <a:avLst>
              <a:gd name="adj" fmla="val 2623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83096" y="14173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Out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178308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verification badge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badges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Song of the Day on your profile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prompts &amp; fun answers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of the Week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 badge (Elite)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who viewed &amp; liked you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AI-Powered Dating Tools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personal dating coach, built right in.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Coaching &amp; Advice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1783080"/>
            <a:ext cx="3703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Dating Advisor — chat by voice or text for ideas &amp; advice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Conversation Coach — never run out of things to say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Profile Optimizer — make your profile shine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AI Dating Tips — fresh advice every week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Date Idea Generator — personalized date suggestions in chat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&amp; Safe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28032" y="1783080"/>
            <a:ext cx="3703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Scam Detector — real-time warnings on suspicious messages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Photo Match — find compatible looks (Pro &amp; Elite)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Compatibility scoring across interests, lifestyle &amp; goals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matchmaking with zip-code proximity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Games &amp; Fun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Breaking the ice has never been easier.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Games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1783080"/>
            <a:ext cx="3703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Truths and a Lie — guess which is the fib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Emoji Story — tell a story in emojis only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You Rather — quick-fire fun questions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Date Ideas — pick one together right in chat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Quizzes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28032" y="1783080"/>
            <a:ext cx="3703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Quiz — earn badges for your profile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Date Bingo — playful first-date checklist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of the Week — a new question every week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Song of the Day — share your soundtrack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💞 Staying Connected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Little nudges that keep the spark alive.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1783080"/>
            <a:ext cx="3703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login rewards — build a streak, earn extra Top Picks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"Your turn" reminders when a match is waiting on you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Expiring-match nudges before a connection goes cold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Anniversary reminders — celebrate 1 week, 1 month &amp; beyond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Date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28032" y="1783080"/>
            <a:ext cx="3703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check-ins with a trusted-contact safety option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Post-date feedback — rate how it went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Stories — share &amp; get inspired by real couples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Safety &amp; Trust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Dating should feel safe. We make sure it does.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788920" cy="3291840"/>
          </a:xfrm>
          <a:prstGeom prst="roundRect">
            <a:avLst>
              <a:gd name="adj" fmla="val 2623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People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178308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verification with badge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verification indicators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 &amp; trust badges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01568" y="1325880"/>
            <a:ext cx="2788920" cy="3291840"/>
          </a:xfrm>
          <a:prstGeom prst="roundRect">
            <a:avLst>
              <a:gd name="adj" fmla="val 2623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38728" y="14173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Chats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66160" y="178308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scam detection in real time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&amp; report anyone instantly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 blocking enforced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45936" y="1325880"/>
            <a:ext cx="2788920" cy="3291840"/>
          </a:xfrm>
          <a:prstGeom prst="roundRect">
            <a:avLst>
              <a:gd name="adj" fmla="val 2623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83096" y="14173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Account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178308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app lock password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Two-factor authentication (2FA)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Incognito browsing (Elite)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login with trusted sign-in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💎 Membership Plans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 30-day FREE trial of premium chat — then pick your plan.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88920" cy="3246120"/>
          </a:xfrm>
          <a:prstGeom prst="roundRect">
            <a:avLst>
              <a:gd name="adj" fmla="val 2623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727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$4.99</a:t>
            </a:r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month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223113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meeting people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1792" y="2514600"/>
            <a:ext cx="2514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daily likes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super likes per day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who viewed your profile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search filters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Ad-free experience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profiles for later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 advisor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profile boost / month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3401568" y="1371600"/>
            <a:ext cx="2788920" cy="3246120"/>
          </a:xfrm>
          <a:prstGeom prst="roundRect">
            <a:avLst>
              <a:gd name="adj" fmla="val 2623"/>
            </a:avLst>
          </a:prstGeom>
          <a:solidFill>
            <a:srgbClr val="F4F6F9"/>
          </a:solidFill>
          <a:ln w="31750">
            <a:solidFill>
              <a:srgbClr val="F973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87368" y="1243584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087368" y="124358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POPULAR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538728" y="15727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38728" y="18745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$9.99</a:t>
            </a:r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month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38728" y="223113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Maximize your matches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66160" y="2514600"/>
            <a:ext cx="2514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Basic, plus: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super likes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everyone who likes you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matching algorithm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filters (age, distance, lifestyle)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receipts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&amp; video calls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photo match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profile boosts / month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345936" y="1371600"/>
            <a:ext cx="2788920" cy="3246120"/>
          </a:xfrm>
          <a:prstGeom prst="roundRect">
            <a:avLst>
              <a:gd name="adj" fmla="val 2623"/>
            </a:avLst>
          </a:prstGeom>
          <a:solidFill>
            <a:srgbClr val="F4F6F9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3096" y="15727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83096" y="18745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$19.99</a:t>
            </a:r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month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83096" y="223113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experience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10528" y="2514600"/>
            <a:ext cx="2514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Pro, plus: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profile boost (4 / month)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Incognito mode — browse privately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 badge on your profile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profile optimizer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customer support</a:t>
            </a:r>
            <a:endParaRPr lang="en-US" sz="9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8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Exclusive member events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Compare Plans at a Glance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C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Trial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C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 — $4.99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C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 — $9.99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 — $19.99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C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likes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Unlimited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Unlimited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Unlimited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 likes / day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Unlimited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Unlimited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Profile boosts / month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(weekly)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Message history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days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days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Unlimited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Unlimited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 who likes you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Viewers only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Everyone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Everyone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Voice &amp; video calls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Incognito + VIP badge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new member gets 30 days of premium chat FREE — no credit card required.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86200" y="8229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🔥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1691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find your Crush?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514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free today — your first month of premium chat is on us.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017520" y="3200400"/>
            <a:ext cx="3108960" cy="54864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3017520" y="3200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crushmatchup.com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977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credit card required  •  Cancel anytime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Crush — Find your Crush without the wait</dc:title>
  <dc:subject>PptxGenJS Presentation</dc:subject>
  <dc:creator>Crush</dc:creator>
  <cp:lastModifiedBy>Crush</cp:lastModifiedBy>
  <cp:revision>1</cp:revision>
  <dcterms:created xsi:type="dcterms:W3CDTF">2026-07-08T23:49:26Z</dcterms:created>
  <dcterms:modified xsi:type="dcterms:W3CDTF">2026-07-08T23:49:26Z</dcterms:modified>
</cp:coreProperties>
</file>
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73736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0" b="0" i="0">
                <a:solidFill>
                  <a:srgbClr val="F97316"/>
                </a:solidFill>
                <a:latin typeface="DM Sans"/>
              </a:rP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Outfit"/>
              </a:rPr>
              <a:t>Crush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BD5E1"/>
                </a:solidFill>
                <a:latin typeface="DM Sans"/>
              </a:rPr>
              <a:t>Find your Crush without the wait.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4748B"/>
                </a:solidFill>
                <a:latin typeface="DM Sans"/>
              </a:rPr>
              <a:t>The modern dating app that puts conversation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5687" y="52120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crushmatchup.com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👋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What this overview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A2233"/>
                </a:solidFill>
                <a:latin typeface="DM Sans"/>
              </a:rPr>
              <a:t>Crush is a complete, modern dating app — swipe to meet people, chat in real time, and get a little help from AI along the way. </a:t>
            </a:r>
            <a:r>
              <a:rPr sz="1800" b="1" i="0">
                <a:solidFill>
                  <a:srgbClr val="1A2233"/>
                </a:solidFill>
                <a:latin typeface="DM Sans"/>
              </a:rPr>
              <a:t>This deck walks through everything the app does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563EB"/>
                </a:solidFill>
                <a:latin typeface="Outfit"/>
              </a:rPr>
              <a:t>📘  Everything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4480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The full set of features already in the 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Discovery, chat, AI tools, games &amp; safety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Membership plans and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20040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04120" y="34930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★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747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97316"/>
                </a:solidFill>
                <a:latin typeface="Outfit"/>
              </a:rPr>
              <a:t>🆕  New this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17720"/>
            <a:ext cx="4480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12 brand-new features shipped today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New ways to meet, connect &amp; have fun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Clearly marked with a NEW tag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💙 What is Crush?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A dating app built around real connection — not endless waiting.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Tinder-style swiping that's fast and fun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Smart compatibility matching — interests, lifestyle, goals &amp; location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Real-time chat, voice notes, video calls &amp; micro-dates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 friendly, welcoming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Why People Love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30-day FREE trial of premium chat — no credit card needed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Conversation-first: features that break the ice for you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help whenever you want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Safety and trust built in from day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✨ 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Everything you need to meet someone great.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Swipe to like or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Smart match scoring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Top Picks &amp; recommendations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Advanced search filters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Save profiles • hide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Real-time messaging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Voice notes &amp; voice intros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Intro videos on profiles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Video calls (WebRTC)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Micro-Dates — 5-minute virtual 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🤖 AI-Powered Dating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Your personal dating coach, built right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Coaching &amp;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Dating Advisor — chat by voice or text for ideas &amp; advice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Conversation Coach — never run out of things to say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Profile Optimizer — better bio &amp; photo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Smart &amp; 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Scam Detector — real-time warnings on suspicious messages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Photo Match — find compatible looks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Personalized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🎮 Games &amp; Fun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Breaking the ice has never been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Chat 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Two Truths and a Lie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Emoji Story — a story in emojis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Would You Rather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Date Bingo — a playful first-date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Challenges &amp; Quizzes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Personality Quiz — earn profile badges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Daily login rewards &amp; streaks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Second Chance — revisit a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💞 Staying Connected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Little nudges that keep the spark alive.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Daily login rewards — build a streak, earn Top Picks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"Your turn" reminders when a match is waiting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Likes You — see who's interested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After the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Date check-ins with a trusted-contact safety option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Post-date feedback — rate how it went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Success Stories — celebrate real couples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🛡️ Safety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Dating should feel safe. We make sure it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>Verified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Photo verification with badge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Age verification indicators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VIP &amp; trust badges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Email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>Protected 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scam detection in real time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Block &amp; report anyone instantly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Bidirectional blocking enforced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Optional App Lock password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4247" y="155448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★ SHIPPED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Outfit"/>
              </a:rPr>
              <a:t>What's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BD5E1"/>
                </a:solidFill>
                <a:latin typeface="DM Sans"/>
              </a:rPr>
              <a:t>12 brand-new features added in this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DM Sans"/>
              </a:rPr>
              <a:t>New ways to meet, deeper ways to connect, and more reasons to come back every day — all built fresh today and shown on the next three slides.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🆕 New: Connection &amp; Personality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Deeper, more personal ways to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548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★ NEW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💝 Kudos &amp; "Great Vibes"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Send a match some appreciation. Collect 3+ kudos and you earn a Great Vibes badge that shows you're a joy to talk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🎨 Dream Date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Pick the elements of your perfect date. Crush then shows what you and a match have in common — instant conversation starters.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🔮 Love Horoscopes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A fresh, AI-written dating horoscope for your star sign every day. A fun little daily reason to open the app.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2416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🎙️ Voice-First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Blur the photos in your feed so personality comes first. Get to know people by their words, not just their pictures.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🆕 New: Ways to Meet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Fresh, low-pressure ways to find someone.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548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★ NEW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🎲 Blind Date Roulette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Get instantly paired for a 5-minute surprise chat — photos hidden. At the end you both reveal; like each other and it's a match!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❓ Question of the Week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Everyone answers one fun prompt each week. Browse the answers and connect with people whose replies you love.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🐢 Slow Dating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Cap yourself at 5 likes a day to date more intentionally and give every match your full attention.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2416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✅ Verified Badge in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See your match's verified status right inside the conversation, so you always know who you're talking 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🆕 New: Community &amp;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Keep the community buzzing and growing.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548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★ NEW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🏆 Couple Leaderboard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A playful weekly board of the chattiest couples on Crush (first names only) — a little friendly motivation to keep talking.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2350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3500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💞 Relationship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9864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Celebrate the moments that matter as a connection grows, with sweet in-app milestone moments.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🎁 Invite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Share your own personal invite link with friends and watch the list of people who joined through you grow.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805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24160" y="4681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468172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2233"/>
                </a:solidFill>
                <a:latin typeface="Outfit"/>
              </a:rPr>
              <a:t>📊 Owner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5230368"/>
            <a:ext cx="472744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4748B"/>
                </a:solidFill>
                <a:latin typeface="DM Sans"/>
              </a:rPr>
              <a:t>A private admin view (owner only) with members, matches and activity at a glance — for running the app day to 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A2233"/>
                </a:solidFill>
                <a:latin typeface="Outfit"/>
              </a:rPr>
              <a:t>💎 Membership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18872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4748B"/>
                </a:solidFill>
                <a:latin typeface="DM Sans"/>
              </a:rPr>
              <a:t>Start with a 30-day FREE trial of premium chat — then pick your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563EB"/>
                </a:solidFill>
                <a:latin typeface="Outfit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233"/>
                </a:solidFill>
                <a:latin typeface="Outfit"/>
              </a:rPr>
              <a:t>$4.99</a:t>
            </a:r>
            <a:r>
              <a:rPr sz="1400" b="0" i="0">
                <a:solidFill>
                  <a:srgbClr val="64748B"/>
                </a:solidFill>
                <a:latin typeface="DM Sans"/>
              </a:rPr>
              <a:t> 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Outfit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3063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Unlimited daily likes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10 super likes / day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See who viewed you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Basic search filters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Ad-free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1488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148840"/>
            <a:ext cx="356616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97316"/>
                </a:solidFill>
                <a:latin typeface="Outfit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0175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233"/>
                </a:solidFill>
                <a:latin typeface="Outfit"/>
              </a:rPr>
              <a:t>$9.99</a:t>
            </a:r>
            <a:r>
              <a:rPr sz="1400" b="0" i="0">
                <a:solidFill>
                  <a:srgbClr val="64748B"/>
                </a:solidFill>
                <a:latin typeface="DM Sans"/>
              </a:rPr>
              <a:t> 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8404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Outfit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4343400"/>
            <a:ext cx="3063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Everything in Basic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AI Photo Match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Advanced filters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Priority in feed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Read receipts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4" y="214884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0184" y="2148840"/>
            <a:ext cx="356616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24688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6A34A"/>
                </a:solidFill>
                <a:latin typeface="Outfit"/>
              </a:rPr>
              <a:t>Elite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30175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2233"/>
                </a:solidFill>
                <a:latin typeface="Outfit"/>
              </a:rPr>
              <a:t>$19.99</a:t>
            </a:r>
            <a:r>
              <a:rPr sz="1400" b="0" i="0">
                <a:solidFill>
                  <a:srgbClr val="64748B"/>
                </a:solidFill>
                <a:latin typeface="DM Sans"/>
              </a:rPr>
              <a:t> 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38404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6A34A"/>
                </a:solidFill>
                <a:latin typeface="Outfit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4343400"/>
            <a:ext cx="3063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Everything in Pro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Video calls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Unlimited super likes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Top of stack daily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A34A"/>
                </a:solidFill>
                <a:latin typeface="DM Sans"/>
              </a:rPr>
              <a:t>•  </a:t>
            </a:r>
            <a:r>
              <a:rPr sz="1400" b="0" i="0">
                <a:solidFill>
                  <a:srgbClr val="1A2233"/>
                </a:solidFill>
                <a:latin typeface="DM Sans"/>
              </a:rPr>
              <a:t>VIP badge &amp;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7373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0" i="0">
                <a:solidFill>
                  <a:srgbClr val="F97316"/>
                </a:solidFill>
                <a:latin typeface="DM Sans"/>
              </a:rP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Outfit"/>
              </a:rPr>
              <a:t>Ready to find your Crush?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BD5E1"/>
                </a:solidFill>
                <a:latin typeface="DM Sans"/>
              </a:rPr>
              <a:t>Join free today — your first month of premium chat is on 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45720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Outfit"/>
              </a:rPr>
              <a:t>crushmatchup.com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DM Sans"/>
              </a:rPr>
              <a:t>No credit card required  •  Cancel anytime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